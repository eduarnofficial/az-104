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8-13T04:42:34.4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3845 12859 0,'18'-18'62,"-89"18"-15,54 0-31,-54 0-16,36 0 0,-36 0 15,18 0 1,-17 0-16,-36 0 0,71 0 16,-53 0-1,70 0-15,-17 0 47,-1 0-16,36 71 1,-17-71-32,17 70 15,-18-34 1,18 16-16,0-34 15,0 53 1,0-1 0,0 1-16,0 17 15,71-18 1,-54-52 0,19 17-1,122 54 1,-122-89-1,140 17 1,141 36 0,-175-53-1,-89 0 17,-18 0-17,-18-18 1,-17-34 15,0 34-15,0-53 15,0 1-15,0-36-1,0 71-15,0 17 16,0-52 15,0 52-31,0-17 16,0 17-1,-17-35 17,17 35-32,-18-17 15,-35-53-15,0 35 16,0-18 15,36 54-15,-19 52 109,19 0-110,-1 18-15,1-35 16,-1 70-16,18-70 16,0 35-16,-18-18 15,18 36-15,0-36 16,0 18-16,0-18 15,-17-17-15,17 52 16,0-52 0,-53 52 15,53 1-15,-18 17-1,18-53 1,0 18-16,0-17 15,0 52-15,0 0 16,0 212 0,-35-177-1,0 89 1,35-124-16,0-53 16,0 18-16,0 0 15,-36 53-15,36-35 16,0-18-16,0 17 15,0-17-15,0 0 16,-17 0 0,17-35-1,-18 70 17,18-53 14,0 0-30,0-17 0,-35-71 109</inkml:trace>
  <inkml:trace contextRef="#ctx0" brushRef="#br0" timeOffset="658.89">3669 14411 0,'-53'0'16,"-18"18"0,18-1-16,-105 19 15,34 34-15,-123 1 16,36-18-16,52 35 15,-300 123 1,336-193-16,-89 53 16,142-1-1,17-52-15,70-18 110,36-35-95,-35 17-15,70 0 16,-53 1-16,54-54 16</inkml:trace>
  <inkml:trace contextRef="#ctx0" brushRef="#br0" timeOffset="1290.21">3669 14429 0,'0'0'0,"35"0"31,477 352-15,-212-158-1,70 53-15,-123-53 16,-18-17-16,-70-89 16,-124-53-16,1-17 15</inkml:trace>
  <inkml:trace contextRef="#ctx0" brushRef="#br0" timeOffset="1970.5">3775 15840 0,'-106'0'16,"-18"88"-1,19-18 1,-1 1 0,-194 176-1,265-229 1,-36-1-16</inkml:trace>
  <inkml:trace contextRef="#ctx0" brushRef="#br0" timeOffset="2515.53">3651 15910 0,'88'0'32,"89"194"-1,-1 18-15,-17-18-1,-124-159 1,71 106 15,18-35-31,-54-70 16,1 34-16,17 1 15,-18-18-15,-52-36 16,0 1-16,-1-1 31</inkml:trace>
  <inkml:trace contextRef="#ctx0" brushRef="#br0" timeOffset="3718.82">6615 13317 0,'17'18'63,"-17"299"-32,0-175-31,0 105 16,0 264-1,0-158 17,-17-53-17,17-230 1</inkml:trace>
  <inkml:trace contextRef="#ctx0" brushRef="#br0" timeOffset="6477.78">6544 13247 0,'35'-18'110,"741"71"-79,-458-53-31,35 0 16,-18 0-16,-18 0 15,71 0-15,-158 0 16,511 0 15,-706 0-15,18 18 156,-18 35-157,-17 17-15,17 1 16,-17 35-16,-1-18 15,71 176 1,-70-105-16,70 106 16,-70-89-1,-18-141 1,18 54-16,-18-1 16,52 70-16,-34-69 15,-18-1-15,0-53 16,0 36-16,18-36 15,-18 71 1,35-18 0,-35-17-16,0-36 15,0-17-15,0 17 16,0-18-16,0 19 16,0-1-16,0 0 15,0-17 16,-35 0 173,-71-18-189,-53 0-15,-35 0 16,71 0-16,-424-18 31,335-70-31,89 88 16,-1 0-1,-193 0-15,158 0 16,53 0 0,-123 0-1,141 0 1,35 0-16,17 0 15,-69 0 1,16 0-16,1 0 16,53 0-16,-36 0 15,36 0 1,-53 0 0,0 35-1,35-17 1,-88 17 15,123-17-31,0-18 16,-35 35-16,-17-18 15,35-17 95,-36 0-48,36 0-46,-18 0-1,35 0 1,1 0 125,-1-17-126,-17-36 17,-18-35-17,53-71 1,-18 124 15,18 17-15,0 0-1,0 1 1,0-19 0,0-16-16</inkml:trace>
  <inkml:trace contextRef="#ctx0" brushRef="#br0" timeOffset="11118.35">11483 14093 0,'0'53'93,"0"177"-61,0-142-32,0 88 15,0 142 1,0 70 15,0-106-15,0-229-1,-18-106 110,18-17-125,-35-19 16,0 1-16,35 0 0,-36 17 16,36-17-1,0 0-15,18-18 0,0 18 16,-18 70-1,0-17-15,0-36 16,0-17-16,17 53 16,1-36-16,35 36 15,-35 18-15,-18-19 16,17 1 0,1-36-16,52-34 15,-34 52 16,-1 17-31,-17 19 79,52 17-64,-52 17 1,-1 54-16,-17-53 15,89 193 1,-72-52 0,54 0-1,-71-124 1,17-17 109,19-36-109,34-53-16,-52 36 15,35-88-15,-18 35 16,53-18-1,-70 70-15,52-158 16,19 89 0,-72 69-16,1 19 15,35-36-15,-35 53 78,17 0-62,-18 70 0,-17 160-1,0-107 1,0 1 0,0-1-16,0-35 15,0 18-15,-52 123 16,16-140-1,36-37-15,-35 19 16,17-36-16,18-17 31,0 0-15,18-18 78</inkml:trace>
  <inkml:trace contextRef="#ctx0" brushRef="#br0" timeOffset="11819.27">13070 13847 0,'0'105'78,"-17"213"-62,17-248-1,-18 54-15,-17 35 0,35-106 16,0 35-16,-53-18 16,53-17-1,0 0 16,0-35-15,0-1 31,106-17-31,-18 0-1,53-17-15,18-1 16,-89 0-16,54 18 15,-71-35-15,17 35 16,-17 0-16,0-35 16</inkml:trace>
  <inkml:trace contextRef="#ctx0" brushRef="#br0" timeOffset="12366.39">13176 14005 0,'-17'-17'47,"211"-142"-16,-177 159-31,19-18 16,16 18 46,19 0-46,-36 0-16</inkml:trace>
  <inkml:trace contextRef="#ctx0" brushRef="#br0" timeOffset="12971.93">13070 14464 0,'71'18'141,"776"-18"-110,-565 0-15,-264 0-1</inkml:trace>
  <inkml:trace contextRef="#ctx0" brushRef="#br0" timeOffset="13642.09">15028 14376 0,'124'-18'125,"687"18"-94,-599 0-15,-195 0-1</inkml:trace>
  <inkml:trace contextRef="#ctx0" brushRef="#br0" timeOffset="14939.52">17868 13829 0,'0'-18'15,"-35"18"1,-177 0-16,53 0 15,36 0-15,35 36 16,-53-19-16,88 54 16,-18-54-16,1 36 15,17 0 1,35 0-16,1-35 16,-19 52-16,36-34 15,0-19-15,0 54 16,0-1-16,0-34 15,18 52-15,35-18 16,17-17-16,19 35 16,-37-52-1,-16-19-15,-19 1 0,1-18 16,17 0 78,106-159-63,-123 142-31,0-19 16,-1 19-1,36 17 32,106 17-31,-124 1-1,-17 0-15,35 35 16,-53-18 15,0-18 0,0 107-15,0-36-16,0 71 16,0 70 15,0-158-31,0-18 0,0-18 16,0-17-16,0-1 15,0 19 1</inkml:trace>
  <inkml:trace contextRef="#ctx0" brushRef="#br0" timeOffset="15956.69">19121 13776 0,'0'-18'0,"-53"18"16,-424 141 15,372-70-31,-1 35 16,106-53-1,0 0 17,0-18-17,0 18-15,0-18 16,17-17-16,1-1 15,88 54 1,53-18 0,-18-35-1,-88-18 1,-18 17 0,0-17-16,-17 0 0,17 0 15,89 53 1,-19-35-16,-87-1 31,-18 1 0,0 35 1,0 0-32,0 0 15,0 17 1,0-52-1,-35 17-15,-18 18 16,18-35-16,-18-18 16,-71 17-16,1-17 15,-1 0-15,36 53 16,-35-53 0,-195 0-1,265 0 1,-53-17-16,53 17 15,18 0 1,17 0-16</inkml:trace>
  <inkml:trace contextRef="#ctx0" brushRef="#br0" timeOffset="16728.61">20690 14305 0,'265'0'94,"-159"0"-78,17 0-1,36 0-15,-35 0 0,-1-17 16,0 17 0,-34 0-16,-36 0 15</inkml:trace>
  <inkml:trace contextRef="#ctx0" brushRef="#br0" timeOffset="17915.7">22595 13952 0,'18'18'47,"-124"652"-31,53-476-16,36-35 15,-36-18 1,0-17 0,35-54-1</inkml:trace>
  <inkml:trace contextRef="#ctx0" brushRef="#br0" timeOffset="18786.63">22348 14217 0,'18'-18'16,"123"124"15,-88 18-31,71 17 16,-19 35-1,-16 0-15,69 36 0,-87-141 16,-18 52-16,17 18 16,-52-123-16,0 53 15,35-19-15,-36-122 110,-17-36-95,18 18-15,-18-36 16,18-317 15,52 265-31,-70 35 16,18 0-16,-18 88 15,0-18-15,0 36 16,0 0-16,0 17 31</inkml:trace>
  <inkml:trace contextRef="#ctx0" brushRef="#br0" timeOffset="19940.15">24553 14799 0,'-53'-18'32,"-388"107"-17,300 16 1,0-52-16,71 18 15,17-18 1,17 70-16,36-87 16,0 87-1,36 1-15,52-19 0,-18-34 16,72 35-16,-89-89 16,70 54-1,53-36-15,-123-35 16,71 0-16,-71 0 15,-18 0-15,0 0 32,1-35-1,-36-36-31,52 36 0,-34-88 16,0 52-16,-18 36 15,17-18-15,-17 18 16,0-36-16,0 36 15,0-36-15,0 54 16,0-1 0,0-70-1,-17 70 1,-19 0 0,-52 18-16,-18-35 15,-17 35-15,-1-35 16,-70 35-1,0-18-15,36-17 0,69 35 16,54 0-16,18 0 16</inkml:trace>
  <inkml:trace contextRef="#ctx0" brushRef="#br0" timeOffset="20748.5">26652 14499 0,'-35'-17'16,"-88"17"0,87 0-16,-34 0 15,-36 0-15,18 0 16,-89 70 15,107-35-15,-1 36-16,36-18 0,-36 0 15,36 0-15,35 0 16,-53 105 0,53-122-1,0-1-15,0 0 16,0-17-16,0 70 15,18-53-15,35 36 16,-18-36-16,36 36 16,-36-36-16,53-17 15,18 70-15,-53-88 16,141 53-16,-71 0 16,71-53-1,-88-18-15,-35 0 16,-1 1-16,19-19 31,-54 1-31,-18-18 16,36 18-16</inkml:trace>
  <inkml:trace contextRef="#ctx0" brushRef="#br0" timeOffset="22471.49">27675 14711 0,'-17'0'0,"34"0"16,-122 0-16,-89 0 16,141 17-16,-36 89 15,19-70 1,35 16-16,-18 1 0,53 36 15,0-19-15,0 18 16,0-35-16,0 18 16,35-1-1,0-52-15,-17 17 0,0-17 16,17 0-16,35-18 16,-34 0-1,69 0-15,19 0 16,176-106 15,-212 70-31,18-69 16,-53-1-16,-18-18 15,-17 54-15,-18 34 16,0-16-16,0-19 16,0 36-16,0 17 15,0-17-15,-18 17 16,0 1-16,-17-1 15,-53 0-15,-36 18 16,54 0-16,-18 0 16,-18 0-16,-71 36 15,19-1-15,17 35 16,88-34-16,0-1 16,18-17-16,35-1 15,0 18 32,299 36-31,-69-71-1,52 35-15,18-35 0,-36 0 16,-17 0 0,-17-17-16,-19-36 0,-52 0 15,-124 0 16,-17 35-31,-89 18 125,-34 53-109,34-18-16,71 36 16,-53 53-16,35-107 15,18 36-15,0-18 16,36 54-16,105-1 16,18 35-1,176 71 1,-318-176-1,36 35-15,-35-36 16,-18 1 0,-159 70-1,-229-88 17,-353-53-17,477 36 1,52-19-16,124 36 15,70 0-15,1-35 32,528-176-1,195 34-31,-54-35 0,213-35 16,-89 71-16,-212 17 15,-158 18 1,-124 18-16,-141-1 0,-106 71 15,54-52-15,-89 16 16,-36-122 0,-17 122-1,18 54-15,17 18 78,-105 334-62,88-158-16,-53 88 16,88-88-1,0-1-15,0 36 16,0-35-16,0-35 16,0 228-1,0-299 1,0 0-1,0 18-15,0-36 0,0 0 16,0 1-16,0-1 16</inkml:trace>
  <inkml:trace contextRef="#ctx0" brushRef="#br0" timeOffset="22927.5">30868 14993 0,'723'-35'62,"1306"-177"-30,-1800 212-32</inkml:trace>
  <inkml:trace contextRef="#ctx0" brushRef="#br0" timeOffset="27118.92">4498 14393 0,'53'0'63,"123"-17"-48,106-36 1,-140 18 0,16-18-16,-105 53 15</inkml:trace>
  <inkml:trace contextRef="#ctx0" brushRef="#br0" timeOffset="28891.05">7920 13070 0,'-18'-35'109,"18"-141"-93,0 88-16,0-1 15,0 54-15,0-53 16,0-18 0,0 18-16,36-53 15,-36 88-15,52-335 16,19-106 15,-71 406-15,18-36-1,-18 89 17,0 0-1,0-18 0,0 35-31,0-17 16,0-18-1,0 35 1,0-70 0,35-124-1,-17 124 1,-18 71 15</inkml:trace>
  <inkml:trace contextRef="#ctx0" brushRef="#br0" timeOffset="33219.92">7532 8008 0,'0'18'32,"0"458"-17,0-282 1,0-35-16,0-1 15,0-52-15,0 53 16,0-35-16,0 70 16,0 0-1,0-71-15,0-52 0,0 17 16,0 18-16,0-18 16,0-71-16</inkml:trace>
  <inkml:trace contextRef="#ctx0" brushRef="#br0" timeOffset="34884.1">7655 7938 0,'318'35'94,"493"-35"-79,-387 0 1,52 0-16,-123 0 0,-54 0 16,160-71-1,-441 124 126,-18 124-125,0-19-16,0-70 15,0 54-15,0-19 16,0 1-1,0 105-15,17-70 0,-17-1 16,36 89-16,-36-53 16,35 0-1,18-17-15,-36-54 16,-17-35-16,36 18 16,-36-53-16,0 0 15,0-35-15,0-1 16,0 1-1,17 0-15,-70-18 141,-88 0-125,18 0-1,17 0-15,-141 0 16,88 0-16,1 0 16,52 0-1,-18 0-15,1 0 16,-124 0-1,141 0-15,-17 0 0,-1 0 16,1 0-16,34 0 16,36 0-1,-17 0-15,-36 0 16,18 0-16,0 0 16,52 0-16,-52 0 15,18 0-15,17 0 16,-18 0-16,-52-89 15,35 89-15,-54 0 16,1-17-16,53-18 16,35 35-16,-35 0 15,-36-36-15,107 36 94</inkml:trace>
  <inkml:trace contextRef="#ctx0" brushRef="#br0" timeOffset="36022.35">8943 8819 0,'-35'36'32,"-18"228"-1,53-175-31,0-1 16,0 35-16,0 1 15,0-36-15,0-53 16,0 53-16,17-70 15,1 35-15,35 35 16,-18-17-16,71 17 16,-35-35-16,-36-18 15,35-17-15,-52-18 16,0 17-16,17-17 47,159-123-16,-123-1-31,-36 36 16,-35 18-16,17-1 15,-17-35-15,0-53 16,0 107 0,0 16-1,0-52-15,0 18 16,0 52-16,0 0 15,0-35-15</inkml:trace>
  <inkml:trace contextRef="#ctx0" brushRef="#br0" timeOffset="36827.12">10178 8925 0,'-53'300'78,"53"-35"-62,0-18-1,0-89-15,0-52 16,0-18-16,0 1 16,0-72-16,0 1 15,0 0-15,0 17 16</inkml:trace>
  <inkml:trace contextRef="#ctx0" brushRef="#br0" timeOffset="38940.21">11430 8696 0,'18'-53'140,"70"18"-124,53-53-16,0 17 16,-17 18-16,-54 0 15,1 36-15,-18-19 16,-36 19-16,54-1 16,-36 18-1,18-35 1,0-18-16,53 18 15,158-107 1,-105 54 0,264-53-16,-246 53 15,-54 0 1,18 52-16,-52-16 16,87-37-16,-53 36 15,19 36-15,-90-19 0,37 1 16,-36 18-1,-1-19-15,-34 36 16,17-17-16,18-19 63,-35 36-48,17-17-15</inkml:trace>
  <inkml:trace contextRef="#ctx0" brushRef="#br0" timeOffset="41119.81">15699 5927 0,'0'53'31,"0"211"-15,0-87 0,0-54-16,0 1 15,-36 17-15,19-18 16,-36-70-16,18 70 16,35-87-1,-36 17-15,36-36 0,0 19 16</inkml:trace>
  <inkml:trace contextRef="#ctx0" brushRef="#br0" timeOffset="43023.21">15928 5574 0,'0'18'62,"106"-18"-46,17 0 0,71 35-16,88 0 15,18-35-15,353 0 0,141 0 16,934 0 0,-1075 0-1,-265-53-15,-88 18 16,-124-18-16,-158 53 15,0 0-15,-1 35 141,-17 53-125,0 36-1,0 35-15,-35-36 16,17 1-16,-17 52 0,35-105 16,0 17-1,-53 18-15,35 17 16,18-88-1,0 18-15,0 0 16,-17 0-16,17-18 16,0 36-16,0-36 15,-18 36-15,18-54 16,0 1 0,0 17-16,0-17 15,0 0-15,0-1 31,-53 1 63,-158-18-78,-460 0 15,213 0-15,140-71-1,89 71-15,0 0 0,-54 0 16,-140 0 0,-18 36-1,-53 105 16,335-106-31,-17 18 16,17-53-16,36 18 16,-36-18-1,-158 0 1,193 35-16,89-35 0,-36 0 16,54 0-16,-1 0 15,-17 0 16,17 0-15,-53 0 0,54 0-16,-1 0 15,-35 0-15,18 0 16,-18 0 0,18 0 77</inkml:trace>
  <inkml:trace contextRef="#ctx0" brushRef="#br0" timeOffset="44658.09">17886 6227 0,'-71'335'78,"54"-212"-63,17 36-15,-36-71 16,-17 53-16,36-53 16,-18-17-16,35-36 15,0-17-15,-18-1 94,18-87-78,0 17-16,0-123 15,0-124 17,0 212-32,0 17 15,0 0-15,53-17 16,-18 0 15,36 18-31,-36 17 16,141-53-1,-105 35 17,282-52-17,-230 87 1,-52-16 15,-54 52 32,36 70-63,-35 18 15,35 0-15,-53-17 16,0-36-16,0 18 15,0 18 1,0-36 0,0 0-16,-212 36 15,-194-1 17,195-17-32,87-53 0,36 18 15,0-18-15,53 0 16,17 0 15,265 212 141,70 17-156,-211-123-16,35-18 15,0 53-15,36-53 16,-36 53-1,18-52-15,17-36 16,1 52-16,-89-52 16,0-53-16,-35 53 15</inkml:trace>
  <inkml:trace contextRef="#ctx0" brushRef="#br0" timeOffset="46148.31">11430 8784 0,'53'0'16,"-106"0"-16,159 0 15,-53 0-15,17 0 16,36 0-16,-53 35 15,71 71 1,-1-53-16,53 71 0,-35-36 16,106 35-16,247 142 15,0-18 17,0 106-17,-353-248 1,-53-52-16,-17-17 15</inkml:trace>
  <inkml:trace contextRef="#ctx0" brushRef="#br0" timeOffset="46753.28">15399 8625 0,'17'0'15,"-17"89"-15,0 69 16,0 1-16,0 0 16,0 35-1,0 0-15,0-35 16,0 88-16,0-53 15,0 0-15,-17 0 16,-36-53-16,53-53 16,0 18-16,-35-53 15,35-18 1,0-17-16</inkml:trace>
  <inkml:trace contextRef="#ctx0" brushRef="#br0" timeOffset="48795.03">15628 8696 0,'159'0'31,"1181"0"0,-775 0-31,-89 0 16,88 0-16,-140 0 15,-124 0-15,-18 0 16,-194 0-16,-70-18 16,158 18 77,-88 0-77,-70 18-16,0-18 16,-1 0-1,19 0 16,-1 0-31,-18 0 16,36 18-16,106-18 78,388 0-62,-388-36-1,-71 36-15,-18-17 16,-52 17 62,0 0-15,-18 141-48,0-18 1,0 36 0,0 0-16,0-36 15,0-17-15,0 53 16,0-36-16,0 1 15,0-36-15,0-35 16,0 35-16,0 0 16,0-52-16,0 34 15,0-52-15,0-1 16,0 19 15,0-1 32,0-17-48,0 17-15,0-17 16,0-1-16,-18 71 62,0-70-46,-17 0 31,-229 17-31,140 0-1,18-35-15,-52 0 16,34 0-16,-35 0 15,36 0-15,-71 0 16,-36 0 0,-158 0-16,141 0 15,-176 0 1,264 0 0,-229 0-16,265 0 15,-36 0 1,36 0-16,-1 0 15,18 0-15,-17 0 16,-1 0-16,89 0 0,-88 0 16,-71 0-16,70 0 15,-35 0-15,-88 35 32,-123 18-17,247-53 1,87 0-16,-17 0 15,0 18-15,18-18 32,18 0-17</inkml:trace>
  <inkml:trace contextRef="#ctx0" brushRef="#br0" timeOffset="50139.88">17286 8961 0,'-264'264'79,"175"-70"-64,1-106-15,71 1 16,-1 16-16,18 1 15,-35-35-15,35 17 16,0 0 0,0 0-16,0-52 15,0-19-15,0 19 32,0-19 14,35 1-30,0-18-16,0 0 16,-17 0-16,70-18 15,-35-17-15,18 17 16,-1-52 0,-34 52-1,87-141-15,-17 36 16,-89 52-1,1 1-15,-18 52 16,18-35-16,-18 36 16,70-54-1,-52 53 1,17 1 15,89 17 0,-107 0-31,1 0 16,35 0-16,-18 0 47,-17 0-31,17 88-1,-35-70 1,0 17-16,0 35 15,-18 142 1,-34 70 0,16-211-1,36-1 17,-17-52-17</inkml:trace>
  <inkml:trace contextRef="#ctx0" brushRef="#br0" timeOffset="58377.15">11571 10019 0,'-70'-18'15,"140"36"-15,-317-36 0,53 18 16,71 0-16,-1 0 16,1 0-16,-36 0 15,106 0-15,35 0 16,-34 0 15,34 0 0,-35 18-31,35-18 32,1 53 124,17 88-140,0-71-16,0-34 15,0 52-15,0 18 16,0 53-16,0-36 15,0-35-15,0-53 16,0 107 0,0-125-1,-18 54 17,18-54-32,-18 1 15,18 0 1,0 17 15,-17-17-31,34-18 156,266 0-140,-195 17 0,-18-17-16,1 18 15,-36-18-15,0 0 16,71 0-16,18 0 15,-1 0-15,1 0 16,52-71-16,-17 54 16,-106-1-16,-36 18 15,54-123 220,-53-160-204,-1 195-31,-17 0 16,0 35-16,0-17 15,0 17-15,0 0 16,0 17-1,0 19-15,0-1 16,0 0-16,0-17 16,0 0-16,0 17 15,0-17 1,0 17 46,0-35-46,-17 53 140,-1 0-93,-158-70-32,87 70-31,36-18 16,18 18-1,0 0-15,0 0 0,-18 0 16,0 0 0,35 0-16,-17 0 15,0 0-15,17 0 16,0 0 15</inkml:trace>
  <inkml:trace contextRef="#ctx0" brushRef="#br0" timeOffset="62021.64">12294 10636 0,'0'-17'31,"318"-72"0,-1 54-31,71 0 16,53-53-16,-53 52 16,177-158-1,-354 106-15,-34 35 16,-124 0-16,0 18 0,-36 17 16</inkml:trace>
  <inkml:trace contextRef="#ctx0" brushRef="#br0" timeOffset="63174">11165 9260 0,'300'0'62,"-53"53"-46,18-17 0,370 34-1,-371-70-15,-52 53 0,53-18 16,17 18 0,71 18-16,-106-36 0,-53-17 15,0-18 1,-53 0-1,-124 0-15,1 0 0</inkml:trace>
  <inkml:trace contextRef="#ctx0" brushRef="#br0" timeOffset="67581.64">11236 10813 0,'-18'335'63,"1"-212"-48,17-35 1,0-17-16,0-36 15,-36 1-15,36-19 16,-17 18-16,123 1 266,123 17-251,53 35-15,36 18 16,-1-53-16,-105 70 16,-53-88-16,-107-17 15,-34-18 1,35 0 15,-18 0-31,18 0 16,18 0-1,-283-141 142,53-35-142,89 105 1,70-17-16,-35 0 15,35 70-15,-36-35 16,1-35-16,35-36 16,-18-158-1,18 247-15,0-18 16,0 18 15,0 17 0,0 0 1,-282 1 124,35 52-140,88-17-16,71-18 15,-88 35-15,17-17 16,71-18-16,-36 0 15,1 52-15,-1-16 16,72-36-16</inkml:trace>
  <inkml:trace contextRef="#ctx0" brushRef="#br0" timeOffset="69907.09">8220 8467 0,'17'-89'141,"389"-299"-110,88-123-15,-353 387-16,53-34 15,-106 105 17</inkml:trace>
  <inkml:trace contextRef="#ctx0" brushRef="#br0" timeOffset="70866.69">11148 10918 0,'35'0'62,"-17"0"-46,-1-17-16,1-18 16,-18-1-1,53-34-15,-35 52 16,-18-17-16,0-71 15,17 106 1,-17-18 0,0-17 15,0 17-31,0-17 16,0 0-1,53-18-15</inkml:trace>
  <inkml:trace contextRef="#ctx0" brushRef="#br0" timeOffset="72061.09">11783 11553 0,'53'-88'125,"282"-70"-94,-335 140-15,17 18-16,36-35 15,-35 17 32</inkml:trace>
  <inkml:trace contextRef="#ctx0" brushRef="#br0" timeOffset="78302.14">21696 6350 0,'247'-53'110,"811"-35"-79,-864 88-31,0 0 0,-106 0 16,1 0-1,-19 0-15</inkml:trace>
  <inkml:trace contextRef="#ctx0" brushRef="#br0" timeOffset="80393.12">21255 9631 0,'17'0'109,"36"-18"-62,71 18 15,35 0-46,-71 0 0,0 0-16,0 0 15,53-35-15,159-36 16,-212 71 0,36-35-16,-36 35 15,53 0-15,-53 0 16,-52 0-16,17 0 15</inkml:trace>
  <inkml:trace contextRef="#ctx0" brushRef="#br0" timeOffset="82565.19">23195 8890 0,'0'53'0,"0"0"16,0 35-16,0-70 16,0 35-16,0 0 15,0-18 1,0 0-16,0 53 16,0 0-16,0 36 15,0-71-15,0 35 16,0-17-16,0-36 15,0 0-15,0-17 16,0 17 0,0 0-1,0-17-15,0 0 16,0-1 0</inkml:trace>
  <inkml:trace contextRef="#ctx0" brushRef="#br0" timeOffset="84255.32">23266 8696 0,'317'35'110,"353"-17"-95,-352 17 1,493-35-1,-652 0 1,-141 124 156,-18-89-172,0 53 16,0 0-16,0-35 15,0 35-15,0 36 16,0-36-16,0-17 15,0-18-15,0 35 16,0-53 0,0 18-16,0-18 0,0 0 15,0 1-15,0 34 16,0-52-16,0 17 16,0 1-16,0-19 15,0 18-15,0 36 16,0-53-1,0-1 1,0 1-16,0 0 16,0-1-16,0 1 15,0 17 17,-18-17 61,-123-18-77,0 0-16,-71 0 16,53 0-16,-70 0 15,70 0-15,36 0 16,17 0-16,-17 0 15,17-36-15,53 19 16,-106-36-16,89 35 16,-19 18 15,36 0-15,-17 0-16,-18 0 15,-18 0-15,-18 0 16,1 0-16,35 0 15,0 0-15,35 0 16,-18 0 0,53 0-16,1 0 140</inkml:trace>
  <inkml:trace contextRef="#ctx0" brushRef="#br0" timeOffset="85449.66">23830 9243 0,'-53'53'31,"36"229"0,17-194-31,-36-17 16,36-1-16,-35-35 15,35 1 1,-18-19-16,1 19 0,17-1 31,35-194 110,-17 36-126,35-18-15,-1 52 16,-34 1-16,0 18 16,52-18-16,-17 17 15,-35 36-15,17-18 16,-17 53 93,-1 17-93,1 1-16,53 106 16,-54-72-16,1-34 15,52 88-15,-52-36 16,53 54-1,-71-89-15,0 0 16,17 18-16,1-17 16,-18-19-16,0 19 15,0-19-15,18 36 16,17-35 0,-17-1-1,-1 19 63,1-1-46</inkml:trace>
  <inkml:trace contextRef="#ctx0" brushRef="#br0" timeOffset="86031.97">23724 9631 0,'71'-18'46,"335"18"-30,17-35 0,106-18-1,-476 53 17,-18 0-17</inkml:trace>
  <inkml:trace contextRef="#ctx0" brushRef="#br0" timeOffset="86909.05">25012 9225 0,'-53'0'0,"106"0"0,-159 0 16,36 18-16,34-18 16,1 53-16,17-36 31,-17 1-16,35 17 17,18 36-17,17-36 1,36 0 0,-36 18-16,53-17 0,18 16 15,211 107 16,-193-159-15,35 35 0,-142-17-1,-17 17 95,-17 1-95,-36-36-15,17 0 16,-52 0-16,0 0 16,-35 0-1,-89 0 1,159 0-16,-35 0 15,70 0-15,-17 0 16</inkml:trace>
  <inkml:trace contextRef="#ctx0" brushRef="#br0" timeOffset="87905.55">23636 5856 0,'0'141'47,"0"53"-31,0-106-16,0 54 15,0-54 1,0 35-16,0 1 0,0-1 16,0-35-1,0-35-15,0-17 16</inkml:trace>
  <inkml:trace contextRef="#ctx0" brushRef="#br0" timeOffset="89203.01">23936 5644 0,'176'-17'47,"54"17"-31,-72 0-1,36 0 1,-35 0-16,123 35 16,-70 0-1,-124-17 1,0 0-16,-70-1 15,0 1 48,-18 0-16,17 17-32,-17-18-15,0 54 16,0-18-16,0 70 16,0 19-1,0-72 1,0 1-16,0-1 16,0 1-16,0 17 15,-17-17 1,17-36-16,-18 141 31,-17-88-31,35-70 16,0 53-16,0-36 15,0-18-15,-18 1 110,1-18-95,-19 0-15,-52 0 16,-18 0-16,-17 0 16,-36 0-16,-35 0 15,35 0-15,36 0 16,35 0-16,35 0 15,-36 35-15,-16-17 16,34-18 0,53 0-16,1 0 15,17 18-15,-71-18 16,36 0-16,0 0 16,17 0-16,0 0 15,1 0-15</inkml:trace>
  <inkml:trace contextRef="#ctx0" brushRef="#br0" timeOffset="90099.57">24289 6350 0,'0'159'31,"-18"52"-15,-35-34-1,18-54 16,35-176 63,247-493-63,-141 334-31,-18 88 0,-53 54 16,36-1-16,-54 36 16,1 17-1,0 71 79,35 230-78,-36-195-1,-17 35-15,35-35 16,-35-52-16,18 52 16,0-18-16,-1-17 15,1-35-15,-18 35 16,0-35-16,0 34 15,18 1 1,-18-35 0</inkml:trace>
  <inkml:trace contextRef="#ctx0" brushRef="#br0" timeOffset="90680.12">24395 6791 0,'299'-159'109,"-263"159"-78</inkml:trace>
  <inkml:trace contextRef="#ctx0" brushRef="#br0" timeOffset="91673.7">25312 6297 0,'-18'-18'47,"-52"18"-1,34 0-46,36 18 16,0 0-16,0-1 16,0 1-1,0 17-15,0-17 16,36 35 31,-19-36-32,1 1 1,35 35 0,-36-35-1,1-1 1,35 89 15,-53-88 0,18 17-31,-18 0 79,0 18-48,-18-35-16,0-18 1,-70 0 0,18 0-1,52 0-15</inkml:trace>
  <inkml:trace contextRef="#ctx0" brushRef="#br0" timeOffset="92222.21">26106 6473 0,'17'-52'31,"18"-1"-15,230-124-1,-212 124 1,70-17-16,89 17 15,-124 0-15,-35 35 16,-35 18 0</inkml:trace>
  <inkml:trace contextRef="#ctx0" brushRef="#br0" timeOffset="93579.52">27746 5009 0,'0'36'32,"-18"34"-17,-105 318 17,123-317-32,-18-18 15,1 17 1,17-52-16,0 0 15,-18-1 1,18-70 93,35-317-93,36 176 0,35-53 15,-53 106-31,17 70 16,1 18-16,-1-52 15,1 52-15,17-18 16,0 53-16,53-70 15,-105 88-15,34 0 16,-52 0-16,17 0 16,0 0-16,36 88 47,-1 106-32,-70-35 16,0-88-15,-35 17-16,17-70 16,-140 17-16,70 0 15,-71-17-15,88-1 16,-35-17 0,-229 53-1,318-53 1,-19 0-16,54 53 140,141 71-124,-89-71-16,36 53 16,18-18-16,-71-53 15,17 18-15,18-18 16,-70-17-16,88 70 16,-36-88-16,-70 18 15</inkml:trace>
  <inkml:trace contextRef="#ctx0" brushRef="#br0" timeOffset="95097.09">29245 4727 0,'0'300'63,"159"300"-48,-141-477 1,-18-52-16,17-1 15,-17-17-15,0-70 391,124-424-375,-71 229-1,0 141-15,-53 36 0,17-35 16,1 34 0,17 19 77,0 17-77,89 229 0,-18 71-1,-53-230-15,17 89 16,-35-53 15,1-88 63,299-547-63,-282 405-15,-36-17-16,-17-18 15,0 53-15,0-105 16,0 17-16,0 88 16,0-18-16,0 107 15,0-19-15,0 1 16,0-88-16,0 70 15,53 212 110,36-18-125</inkml:trace>
  <inkml:trace contextRef="#ctx0" brushRef="#br0" timeOffset="95907.95">31362 4498 0,'0'88'62,"0"265"-46,0-230-16,0 1 16,0-54-16,0-17 15,0-17-15,0-1 16,0-17-16</inkml:trace>
  <inkml:trace contextRef="#ctx0" brushRef="#br0" timeOffset="96997.32">31397 4304 0,'53'0'203,"53"0"-188,17 0 1,36 0-16,-71 0 0,-52 0 16,34 0-1,-52 0-15,0 35 16,17 0 0,-18-17-1,19 158 16,-36-140-31,0 34 16,0-17-16,0 35 16,0-17-16,0 17 31,-36 18-31,36-18 0,-17-53 16,-1 18-16,18-35 15,0 0-15,-17 52 16,-19-52-1,-70-18 17,-158 0-17,193 0 1,-52 0 0,52 0-1,36 0 1,0 0-1,17 0 1</inkml:trace>
  <inkml:trace contextRef="#ctx0" brushRef="#br0" timeOffset="98673.16">26264 9349 0,'36'-106'62,"211"-459"-46,-124 318-16,-17-35 16,17 0-16,1 0 15,-1-18-15,-35 141 16,-35-53-16,0 89 16,35-18-16,-35 53 15,53-18-15,-71 53 16,71-35-16,-70 35 15,34-18-15,18 36 16,-52-18-16,-19 53 16,1 0-16,0-18 15</inkml:trace>
  <inkml:trace contextRef="#ctx0" brushRef="#br0" timeOffset="105107.86">32879 4233 0,'0'159'125,"-18"141"-94,18-212-31,-53-17 16,53-36-16,0-17 15,0-1-15,0 19 16,0-19 31,0 71-16,18-70-15,53 70-1,-54-70 1,1-1-16,17-17 31,18 36-15,0-36-1,53 0-15,-18 0 16,0 0-16,0 0 16,-17-36-16,52 19 15,1 17-15,-89 0 16,0-35-16,-17 17 15,-18 0 1</inkml:trace>
  <inkml:trace contextRef="#ctx0" brushRef="#br0" timeOffset="111093.24">26758 5750 0,'18'18'125,"52"17"-109,-52-17-16,0-18 15,17 0 1,18 17 109,-18 1-94,18 17 32,-35-17-32,-18 0 47,0 52-47,0-17-15,0-35-1,0-1-15,0 19 16,-36-19 0,19 19-1,-1 34 1,18-52-16,-35 17 16,35-17-16,0-1 109</inkml:trace>
  <inkml:trace contextRef="#ctx0" brushRef="#br0" timeOffset="112473.95">27834 5997 0,'18'0'203,"141"18"-172,-142-18-15,1 0-1,-1 17 17,1 1-17,-18 17 220,0 18-220,-35-17 1,35-1-16,-18-17 15,1-1 1,17 1 0,0 17-1,0-17 1,0 17-16,0 0 16,-53 18-1,53-18 1</inkml:trace>
  <inkml:trace contextRef="#ctx0" brushRef="#br0" timeOffset="115928.68">19015 4039 0,'0'89'78,"0"140"-62,0-106-16,0 1 15,0-18-15,0-18 16,0 0-16,0-17 15,17-19-15,-17 1 16,0 0-16,0-35 16,0 0-16,18-1 78</inkml:trace>
  <inkml:trace contextRef="#ctx0" brushRef="#br0" timeOffset="117568.2">19544 11959 0,'0'-17'78,"-35"-195"-47,35 141-15,0-35 0,0-140-1,0 122 1,0-17 15,0 53-15,0 0-1,0 35 1,0 35 0</inkml:trace>
  <inkml:trace contextRef="#ctx0" brushRef="#br0" timeOffset="120147.47">10636 6650 0,'-106'35'47,"54"-17"-31,-1 52-16,17-34 16,-34 34-16,52-52 15,0 52-15,-52 1 16,52-1-1,-35 54-15,18-71 16,-18 17-16,18 1 16,17-36-16,18 36 15,-17-71-15,17 17 16,0 19-16,0-1 16,0-17-16,-18 52 15,18 18 1,0-70-1,0 0 95,0 17-95</inkml:trace>
  <inkml:trace contextRef="#ctx0" brushRef="#br0" timeOffset="121414.1">9754 7373 0,'0'88'109,"0"0"-93,0-35-1,71 53-15,-71-88 16,0 35 0,17 0-1,1-36 298,17-17-298,-35-17-15,18-1 16,0 0-16,70-87 31,35-19-15,-34 71-1,-72 53 1,36-35 0,-35 35-1,-1 0 17,19 0 77</inkml:trace>
  <inkml:trace contextRef="#ctx0" brushRef="#br0" timeOffset="127519.88">3704 3687 0,'18'-18'46,"52"0"-30,71-17-16,71 0 16,-53 35-16,141 0 15,17 0-15,-52 0 16,17 0-16,-53 0 16,36 0-16,17 0 15,-17 0-15,-1 0 16,-17 0-16,-53 0 15,-158 0-15,-19 0 32,1 0 61</inkml:trace>
  <inkml:trace contextRef="#ctx0" brushRef="#br0" timeOffset="133990.85">23072 1570 0,'17'212'94,"-17"405"-63,-35-405-31,35-107 0,0 54 16,0-35-16,-18-1 15,18-52 1,0-54-16,0 1 15,0 35-15,0-18 16,18 89 0,-18-89-16,0-18 15,18 1 79</inkml:trace>
  <inkml:trace contextRef="#ctx0" brushRef="#br0" timeOffset="135445.13">22948 1288 0,'0'-18'62,"106"18"-46,18 0-16,105 0 16,18 0-16,17-35 15,19 35 1,16 0-16,54 0 0,-18 0 16,53 0-1,0 0-15,-35 0 16,-53 0-16,-18 0 15,-176 0-15,18 0 16,17-53-16,-88 53 16,-36 0-16,1 17 140,-18 513-108,0-460-32,0 36 15,0 17-15,0 1 16,0-1-1,35 1-15,-35 105 0,0-70 16,0 0 0,0 35-16,0-71 15,0-35-15,0-17 16,18-18-16,-1 35 16,1-88-1,-18 18-15,18 35 16,-18-18-16,0-17 15,17-18-15,-17 17 16,0 18-16,0-17 16,0 17 46,-70-35-46,-18 0-16,-36 0 15,-70 0-15,35 0 16,1 0-16,-107 0 16,36 0-1,-124 0-15,35 0 0,19 0 16,-19 0-16,-17 0 16,17 0-1,89 0-15,-35 0 16,-72 0-16,319 0 15,-1 18 1,-17-18 0,17 0 31,1 0-32,-1 0 1</inkml:trace>
  <inkml:trace contextRef="#ctx0" brushRef="#br0" timeOffset="138847.04">24518 1976 0,'-194'-36'63,"123"36"-47,36 0-16,-194 0 15,52 0 1,107 18-1,-18 17-15,70-17 16,0-1 47,54 1-48,105 35 16,-18-35-31,-52 17 0,35-17 16,52-18 0,1 17-16,-18 18 15,-52-35-15,-1 0 16,-53 0-16,-17 0 16,52 0 30,-17 36-30,-35-36-16,-1 0 16,1 0-16,53 17 47,-54 1 15,-17 17-15,-88 54-31,-18-19-16,89-52 15,-36-18 1,35 17-16,-53 1 0,54 0 15,-124-1 1,17-17-16,54 18 16,17-18-1,17 18-15,-34-18 16,17 0-16,-18 0 0,-34 0 16,16 0-1,-69 0-15,69 0 16,37 0-16,34 0 15,0 0 1</inkml:trace>
  <inkml:trace contextRef="#ctx0" brushRef="#br0" timeOffset="140656.28">25753 2170 0,'35'17'78,"600"-17"-47,-370-17-31,52-19 0,36 1 16,-18 35-16,88 0 15,-105-18 1,35 18-16,-53 0 15,-142 0-15,-87 0 16,-54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8-13T06:15:06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9243 6085 0,'-88'18'94,"17"88"-78,36-53-1,-18 0-15,0 0 0,35-36 16,18 19-16,-17-19 15</inkml:trace>
  <inkml:trace contextRef="#ctx0" brushRef="#br0" timeOffset="931.61">11906 5856 0,'-70'18'78,"17"35"-62,35-18 0,-17 35-1,-36 1 1,36 0-16,0-36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8-13T06:14:29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3916 2275 0,'-18'-17'47,"-35"17"-31,18 0-16,-18 17 15,-17 36-15,-36 53 16,0 0 0,71-53-16,-36 0 15,36 0-15,-1-18 16,-34 53-16,70-35 15,0 53-15,0-71 16,0 36-16,0-36 16,0 0-16,0 1 15,0 34-15,0-35 16,18-17-16,70 17 31,-53 1 0,0 17-31,-17-18 16,17 71-16,53 17 16,-52 1-16,-19-19 15,36 54 1,-53-35-16,0-1 16,-35 124-1,-71 53 1,-17-159-16,34-35 15,-16-36-15,-1 1 16,-18-36-16,-17 36 16,18-36-16,52-17 15,36-18-15,0 0 16,17 17 62,18 1-62,18 17-16,35 54 15,52 52-15,-16-36 16,-36 72-16,52-89 16,36 265-1,-70-230-15,-36 18 16,-35-52-1,18 16-15,-18 54 0,35 18 16,18 17-16,-53-71 16,0 159-1,0-123-15,0-53 16,0 35 0,0-53-16,0-53 15,0 1-15,0-19 16,0 1 15</inkml:trace>
  <inkml:trace contextRef="#ctx0" brushRef="#br0" timeOffset="6002.73">22366 3298 0,'88'-70'62,"283"-1"-31,-248 71-31,71-70 16,18 52-16,-159 18 16,194 0-16,-18-35 15,-70 35-15,-36 0 16,-87 0-16,34 0 16,-123 0 62,-53 53-63,-17 35-15,-18 18 16,-230 194 0,19 35-1,228-88-15,71-124 16,0 89-16,0-53 15,18-36 1,35 36-16,0-36 0,0 1 16,0 35-1,35-36-15,18-52 0,-35-1 16,52-17 0,-70-35-1,18-1-15,70 1 16,-70 0-16,35-18 15,-18 35-15,0-35 16,-17 0-16,17-18 16,-17 18-1,0 0 1,-36 88 78,-229 248-79,106-72-15,70-70 16,-70 300 0,35-247-1,89-53-15,-19 0 16,36-70-16,0-89 0,0-17 15,0 17-15,0 18 63,0 17-47,0 1-1,0-54 1,18 1 15</inkml:trace>
  <inkml:trace contextRef="#ctx0" brushRef="#br0" timeOffset="12958.97">24183 5274 0,'35'-106'63,"36"18"-48,17 53-15,53-53 16,-88 70-16,70 0 16,1-35-16,17 18 15,-18 17-15,195-17 16,-71-53 0,-88 88-1,-1-35-15,-69 35 0,-1-18 16,0 18-16,-70 0 15</inkml:trace>
  <inkml:trace contextRef="#ctx0" brushRef="#br0" timeOffset="13937.99">25382 4128 0,'194'0'78,"300"176"-47,-406-141-31,-35-17 16,124 17-1,-160-17-15,72-1 16,-72-17-1,1 18 1,35 0 78,-36-18-94,-17 17 15,0 1-15,18 17 16,-18 18 0,0-35 15,0-1-15,0 19-16,0-1 31,-35 35-16,0-17-15,-1-35 16,-34 53-16,34-54 16,-34 54-1,17-36 1,35-17 0</inkml:trace>
  <inkml:trace contextRef="#ctx0" brushRef="#br0" timeOffset="15999.91">26141 6297 0,'0'18'62,"0"52"-46,0-34-1,0 34-15,0-35 16,0 54-16,0-36 16,0-1-16,0 54 15,0-35-15,0-18 16,0-18-16,0 0 15,0-17-15,0 17 16,0 0-16,0-17 16,0 17-16,0-17 47,0 0-16</inkml:trace>
  <inkml:trace contextRef="#ctx0" brushRef="#br0" timeOffset="18260.9">26194 6227 0,'-18'0'62,"-52"17"-15,52 1-31,-53-1-16,36 19 15,17-19-15,-34 1 16,16 0-16,-34 52 15,-1-35 1,18 1-16,0 17 16,-17 17-16,34-52 15,-16 0 1,87-18 187,0-71-187,0 36-16,18-36 15,-35 53-15,35-70 16,-35 71 0,34-54-16,-16 18 0,17 0 15,-36 53 1,1 0 140,0 0-140,-1 0 15,71 18-15,-70 0-16,17 17 15,18 18 1,0 53-1,53-18 1,-88-71 0,34 36-1,-16 0 1,-1-17-16,53 16 16,-70-34-1,88 35 16,-89-35-15,-17-1 0</inkml:trace>
  <inkml:trace contextRef="#ctx0" brushRef="#br0" timeOffset="19477.87">25912 6456 0,'0'53'109,"0"35"-93,0 35 0,0 1-16,0-71 15,0 70-15,0-35 16,0 1-16,0-54 16,0 18-16,0-18 15,0 36-15,0-54 16,0 1 15</inkml:trace>
  <inkml:trace contextRef="#ctx0" brushRef="#br0" timeOffset="28939.59">4004 4110 0,'53'0'266,"-18"0"-251,36 0 1,-54 0-16,36 0 16,0 0-16,18 0 15,-36 0 16,18-18-31,53-35 16,0 53 15,-36 0-31,-52 0 16,17 0-16,53-17 16,1-1-1,-72 18 1,36 0-16,-18 0 15,36 0-15,-36 0 16,0 0-16,1 0 16,17 0-16,-36 0 15,1 0 1,35 0 0,-18 0-1,18 0 16,0 0-15,35 0 0,-17 0 15,17 0-15,0 0-16,-17 0 15,-54 0 1,1 0-1,0 0-15,17 0 16,0 0 31,-17 0-31,17 0-1,0 0 16,18 0-15,-35 0-16,0 0 16,-1 0-16,18 0 15,1 0 1,34 0 0,-52 0-1,0 0-15,17 0 16,-18 0-1,1 0-15,0 0 672,17 0-656,-17 18 15,-1-18 0,1 0 1,17 17 93,-17-17-94,35 36 156</inkml:trace>
  <inkml:trace contextRef="#ctx0" brushRef="#br0" timeOffset="44795.12">4533 4833 0,'159'0'141,"-53"0"-126,-36 0 1,54 0-16,-54 0 16,1 0-16,52 0 15,36 0-15,388 0 31,-353 0-15,18 0 0,-71 0 15,70 0-15,-105 0-16,53 0 15,17 0 16,-123 0-31,71 0 16,17-18 0,-53 18 15,36 0-15,17 0-1,-88-17 16,-18 17-15,0 0 31,71 0-31,-71 0-16,18 0 15,0 0 16,18 0 32,-54 0-47,19 0-1,-1 0 32,71 17-31,52 1-16,178 70 31,-37-52-15,-281-36-1,0 0 16</inkml:trace>
  <inkml:trace contextRef="#ctx0" brushRef="#br0" timeOffset="46254.13">10019 4904 0,'264'0'110,"-105"0"-95,71 0-15,-36 0 16,-36 0-16,72 0 16,-72 0-16,1 0 15,106 0 1,-212 0-16,17-53 16,1 53-16,-1 0 15,18 0-15,1 0 16,-1 0-16,0 0 15,0 0-15,0 0 16,-70 0 0</inkml:trace>
  <inkml:trace contextRef="#ctx0" brushRef="#br0" timeOffset="48371.55">13123 5009 0,'247'-17'79,"459"-36"-48,-424 53-31,-88 0 15,35 0-15,-70 0 16,0 0-16,-71 0 16,-35 0-16,0 0 15,-35 0-15,-18-18 63</inkml:trace>
  <inkml:trace contextRef="#ctx0" brushRef="#br0" timeOffset="54327.61">13106 3687 0,'0'35'156,"0"0"-140,0 18-16,-36-18 15,36 1 16,0-19-15,0 54 140,-17-36-140</inkml:trace>
  <inkml:trace contextRef="#ctx0" brushRef="#br0" timeOffset="55646.94">12788 3828 0,'0'-18'79,"0"36"-64,35 52 1,-17-52-16,17 17 15,-17 36-15,0-54 16,-1 54 0,-17-53-1,18 34 1,0-52 171,17 0-171,-17-17-16,17-18 16,18-1-16,17-70 15,-52 89 1,0-1-16,17-17 16,-18 17-16,1 1 15,17 17 1,-17 0-16,0-18 15,-1 18-15,19-35 16,-19 35 15</inkml:trace>
  <inkml:trace contextRef="#ctx0" brushRef="#br0" timeOffset="63132.27">14852 3563 0,'0'176'47,"0"-34"-31,0-90-16,0-16 15,-71 87 16,71-70 48,0-18-48</inkml:trace>
  <inkml:trace contextRef="#ctx0" brushRef="#br0" timeOffset="64020.64">14429 3845 0,'17'0'31,"71"36"0,-17 52-31,-18 0 16,53 18-16,-89-53 16,36 0-16,-35 0 15,17-18-15,-35 0 16,18 0-16,-18-17 15,17 0-15,19 17 16,-19-35 140,72-18-140,-54-52-16,18-18 16,-18-36-1,36 54-15,-1-36 16,-17 70-16,-18 1 15,36-35-15,-53 52 16,-1 0-16,-17 1 16,71-36-16,-54 35 15,1 0-15,0 18 16,-1 0-16,1-17 16</inkml:trace>
  <inkml:trace contextRef="#ctx0" brushRef="#br0" timeOffset="68464.53">12453 3704 0,'71'88'109,"140"36"-93,-193-107-16,35 1 15,-18-18-15,-17 18 16</inkml:trace>
  <inkml:trace contextRef="#ctx0" brushRef="#br0" timeOffset="71416.81">4533 5715 0,'35'0'156,"-17"0"-140,17 0-1,36 0-15,105-35 16,-87 17 0,-19 18-16,1 0 15,-1 0-15,54 0 16,-54 0-16,18 0 15,1 0-15,34 0 16,1 0 0,-36 0-16,0 0 15,18 0-15,17 0 16,36 0-16,0 0 16,88 0-1,-159 0-15,-35 0 16,-36 0-16,19 0 15,-1 0 64</inkml:trace>
  <inkml:trace contextRef="#ctx0" brushRef="#br0" timeOffset="75316.52">12771 5697 0,'35'0'78,"177"0"-62,-142 0 0,18 0-16,0 0 15,-17 0-15,105 0 16,-17 0-16,0 0 16,70 0-16,-70 0 15,35 0-15,88 0 16,-53 0-16,-70 0 15,0 0-15,0 0 16,-36 0-16,-17 0 16,18 0-16,-1 0 15,-35 0-15,0 0 16,-70 0-16,35 0 16,-18 0-1,-17 0-15,17 0 16,0 0-1,-17 0-15,17 0 16,-17 0-16,0 0 16,-1 0-16,19 0 15,-19 0 1,36 0 109,88 0-109,36 0-1,87 0 16,-176 0-31,1 0 16,-19 0 0,36 0-16,-71 0 15,36 18-15,-18-18 16,35 0 0,-70 0-16,52 0 31,54 0-16,-19 0 1,-52 0 0,-35 0 15,0 0 0,52 0 0,-52 0-31,-1 0 16,19 0 0,-19 0-16,1 0 31,53 0-15,-36 0-16,0 0 15,0 0-15,18 0 16,0 0-16,0 0 15,-18 0 1,-17 0-16,53 0 0,-1 0 16,1 0-16,-1 0 15,18 0-15,-35 0 16,-17 0-16,-1 0 16,71 0-1,-18 0-15,35 0 0,-87 0 16,17 0-1,0 0-15,-1 0 16,-34 0-16,0 0 16,35 0-16,-18 0 15,18 0 1,-36 0 0,36 0-16,-35 0 15,17 0-15,1 0 16,16 0-16,-34 0 15,0 0 1,-1 0-16,19 0 16,17 0-16,35 0 31,-71 0-15</inkml:trace>
  <inkml:trace contextRef="#ctx0" brushRef="#br0" timeOffset="84032.59">4586 6526 0,'35'0'125,"18"0"-125,18 0 16,17 0-16,18 0 15,17 0-15,-52 0 16,35 0-16,-36 0 16,19 0-16,-37 0 15,19 0-15,-18 0 16,-18 0-16,53 0 15,-70 0-15,70 0 16,0 0-16,106 0 16,-70 0-1,35 0-15,-1 0 16,195 53 0,-194-53-16,0 0 15,-1 0 1,89 0-16,-35 0 15,-124 0 1,-52 0 0,-1 0-16,0 0 15,-17 0-15,17 0 16,0 0-16,36 0 16,-54 0-1,72 0-15,-54 18 16,53-18-16,-35 0 15,-18 0-15,36 0 16,-1 0-16,-17 0 16,-35 0-16,0 0 15,17 0-15,-17 0 16,-1 0-16,1 0 16,17 0-16,0 0 15,54 0 1,16 0-1,-34 0 1,-53 0 0,-1 0-1,19 0 1,-19 0 0,54 0-1,-54 0 1,1 0-16,0 0 15,35 0-15,-18 0 16,53 0 0,-70 0-16,17 0 15,-17 0-15,-1 0 0,1 0 16,17 0 0,-17 0-1,-1 0 16</inkml:trace>
  <inkml:trace contextRef="#ctx0" brushRef="#br0" timeOffset="85089.04">10989 6650 0,'265'-18'172,"440"-70"-156,-70 88-1,-370 0 1,-1 0-16,19 0 0,-19 0 15,54 0 1,-54 0-16,1 0 16,17 0-16,-53 0 15,54-35-15,-19 35 16,-70 0-16,35 0 16,1 0-1,-195 0-15,-17 0 16</inkml:trace>
  <inkml:trace contextRef="#ctx0" brushRef="#br0" timeOffset="90972.63">3634 14693 0,'-71'0'0,"142"0"15,-213 0-15,1 0 16,36 71-16,-19-18 16,54 105-1,17-16 1,53 52 0,158 35-1,-87-176 1,88 17-16,-71-17 0,35-53 15,-87 18 1,69-18-16,-52 0 16,-17 0-1,69-53 1,-34-106-16,0 18 16,-18-18-1,-18 71-15,-18 0 16,-17 70-16,0-70 0,18 70 15,-18-17-15,0 18 32,-18-19 15,-105 36-32,-1 0 1,36 18-16,18 52 15,-71 36-15,52-35 16,-16-1-16,52 1 16,17 0-16,-17-1 15,36-17-15,17-18 16,0 54 0,0-19-16,0 71 0,0-70 15,0 105 1,0 336-1,17-424-15,-17-35 16,0 0-16,36 35 16,-36-70-1,0 17 17,17-18 46</inkml:trace>
  <inkml:trace contextRef="#ctx0" brushRef="#br0" timeOffset="91690.82">3334 16492 0,'0'0'0,"-71"18"15,-70 88-15,0-18 0,70-17 16,-123 52 0,106-88-16,35 36 31,0-53-15,89-160 109,69 37-110,19-37 16,-18 37-15,-89 87-16,19 18 47,140 18-31,-105 35-1,34 35-15,19 88 16,-54-88-16,36 53 15,18 1-15,-107-125 16,19 71-16,-19-70 16,1 17-16,0-17 15</inkml:trace>
  <inkml:trace contextRef="#ctx0" brushRef="#br0" timeOffset="92442.3">2946 17462 0,'-124'53'0,"248"-106"0,-618 230 16,247-124-1,159 0-15,-36-36 16,36 36 0,70-35 62,54-18 0,-1-53-62,18 18-16,17-18 15,19-18-15,-54 36 16,53 17-1,-17-35-15,-36 53 16,35-17-16,-17-1 16,18 18-16,-53 0 31,105 177-15,18 105 15,-70-141-16,-54-106-15,19 36 16,-1-36 0,0 36-16,-17-54 62,88-317-15</inkml:trace>
  <inkml:trace contextRef="#ctx0" brushRef="#br0" timeOffset="92813.53">3369 16828 0,'0'17'31,"0"495"-15,0-389-1,0-35-15,-18-35 16,18 18-16,-17-1 16,17-52-1,0 0-15</inkml:trace>
  <inkml:trace contextRef="#ctx0" brushRef="#br0" timeOffset="95469.71">5662 15381 0,'-53'-123'0,"36"70"15,87 229-15,-193-740 16,34 87-1,54 248 1,0 17-16,35 89 16,0-106-16,35 70 15,53-17-15,36-71 16,35 35-16,17-17 16,53-18-16,212 0 15,-88 106-15,159 0 16,34 35-16,-34 17 15,-89 89-15,53 0 16,1 0 0,87 0-16,-211 53 0,35-17 15,-159-19-15,54 19 16,-160 17-16,-105-53 16</inkml:trace>
  <inkml:trace contextRef="#ctx0" brushRef="#br0" timeOffset="96167">12894 10054 0,'0'688'47,"0"-265"-32,-18-105-15,-35-36 0,53-53 16,-70 54-16,52-125 16,-17 72-16,0-89 15,35-35-15,-53 35 16,53-88-16,0 17 15,0-52-15,0 17 32,-18-17-1</inkml:trace>
  <inkml:trace contextRef="#ctx0" brushRef="#br0" timeOffset="97792.83">13088 9913 0,'71'-18'32,"52"1"-32,106 17 15,89 0-15,846-71 31,-688 71-31,-88 0 16,89 0-16,69 0 16,-158 0-1,1 0-15,-90 0 0,-140 0 16,-88 0-16,-54 106 141,-34 159-126,-1-54 1,18 54-16,0-1 15,-35 19-15,35-54 16,0 0-16,0-17 16,0 17-16,0-70 15,0 70-15,0-70 16,0 35-16,0 35 16,0 54-16,0-54 15,0 0 1,0-35-16,0 18 15,53-124 1,-53-70 31,0 35-31,0-36-16,0 1 15,-230 53 48,1-71-63,70 0 15,-35-18-15,-88-17 16,18-1-16,-54 36 16,36-53-16,-18 53 15,53-52-15,-71 16 16,89-34-16,35 70 15,-53-18-15,88-17 16,1 35-16,34-18 16,-70 18-16,0 0 15,35 0-15,71 0 16,-35 0-16,-1 0 16,36 0-16,0 0 15,35 0-15,-35 0 16,-36 0-1,36 0 1,18 0 0,34 0 62,19 0-78,-19 0 0,36-18 78,-35-281-62,35 175-1,0 1-15,0-71 16,0 35-16,0-35 15,0 0-15,0 141 16,0-35-16,0 0 16,0 35-16,18-106 31,-18 71-31,0 70 16,17 0-16</inkml:trace>
  <inkml:trace contextRef="#ctx0" brushRef="#br0" timeOffset="104503.23">14270 10548 0,'0'53'4047,"0"-18"-4047,0 18 15,0 18-15,0-18 16,0 35-16,0-71 16,-18 19-16,-17 34 47,17-52-32,-35 52 32,-52-70-31,69 18-16,-17 0 31,0-1-15,-17-52 46,17-35-46,35-1-1,-17 18 1,17 35 15</inkml:trace>
  <inkml:trace contextRef="#ctx0" brushRef="#br0" timeOffset="105247.49">13829 10601 0,'35'-35'47,"106"-1"-16,-105 36-31,-1 0 16,-18 0-16,72 0 15,-54 0 1,71 0-1,-71 0-15,-17 0 16</inkml:trace>
  <inkml:trace contextRef="#ctx0" brushRef="#br0" timeOffset="106295.12">14834 10319 0,'0'17'63,"-17"195"-48,-36-88-15,35 52 16,-17-88-16,17 36 16,-17-89-16,0 35 15,17 19-15,0-19 16,-35 18-16,53-70 16,-17 35-1,17-18-15,-18 53 16,18-70-16,0 17 15</inkml:trace>
  <inkml:trace contextRef="#ctx0" brushRef="#br0" timeOffset="109480.91">15593 10619 0,'0'53'78,"-53"176"-47,53-194-31,-35 0 16,17-17-16,18 17 15,-18-17-15,18 0 16,-17 17-16</inkml:trace>
  <inkml:trace contextRef="#ctx0" brushRef="#br0" timeOffset="110355.63">15593 10601 0,'17'-18'32,"36"18"-1,0 89-15,18 16-1,-54-69-15,1 17 16,17 35-16,1-53 15,-19-17 1,71-124 140,-35-18-140,18 54-16,-53-1 16,-1 54-16,1-19 15,-1 1-15,1 17 16,17-70-16,-17 88 15,0-53-15</inkml:trace>
  <inkml:trace contextRef="#ctx0" brushRef="#br0" timeOffset="111574.8">14411 11924 0,'-353'70'78,"-88"107"-47,388-124-31,-17-36 16,52 1 46,18 17-46,0 36 0,0-36-1,0 0 1,0 1-16,0-19 31,18-17-31,-1 18 16,19 0-1,52-18 1,71 0 0,-71 0-1,176 0 1,54 0 0,-265 0-16,17 0 15,-52 0 1</inkml:trace>
  <inkml:trace contextRef="#ctx0" brushRef="#br0" timeOffset="114602.87">15452 12100 0,'17'18'63,"336"-18"-32,-194-18-31,-36 1 15,-52 17-15,-36-18 16,-17 18-16,-1-18 16</inkml:trace>
  <inkml:trace contextRef="#ctx0" brushRef="#br0" timeOffset="115043.18">15505 12965 0,'35'0'15,"-70"0"-15,458-71 31,-300 18-31,36 35 16,88 1 0,106 17-1,-230 0-15,-34 0 16,-72 0-16,1 0 16</inkml:trace>
  <inkml:trace contextRef="#ctx0" brushRef="#br0" timeOffset="115477.15">15240 13652 0,'71'0'78,"299"-88"-62,-123 35-16,-88 18 15,-1 0 1,-69 35-16,-54-18 0,35 18 16,-34 0-1</inkml:trace>
  <inkml:trace contextRef="#ctx0" brushRef="#br0" timeOffset="118159.6">19262 11465 0,'-18'0'32,"0"-17"14,89-54-30,70 1 0,71-54-16,-18 36 15,35-71-15,283-17 16,317-177 0,211 0-16,371-105 0,-211 70 15,-71-89-15,-388 195 16,-424 88-16,53 35 15,-228 53 1,-107 71-16</inkml:trace>
  <inkml:trace contextRef="#ctx0" brushRef="#br0" timeOffset="119396.99">28945 6579 0,'0'53'31,"-35"265"-15,17-177-1,18-35 1,-35 70-16,35-70 16,71 194-16,-18-212 15,88 106-15,-53-106 16,-17-17-16,17-1 15,-18-70-15,-52 0 16,0 0 0,52 0-16,18 0 15,1-17-15,87-72 0,-35-16 16,-70 34 0,34-35-16,1 0 15,0-35-15,-88 53 16,-1 18-16,19-19 15,17-34-15,-53 35 16,0-71-16,-36 106 16,19-18-16,-54-52 15,18 52-15,0 36 16,-17-35-16,-1 17 16,36 35-16,0 0 15,-54 18-15,36-17 16,1 158 46,16 476-46,36-335-16,0-176 16,-17 71-16,17 17 15,0 158 1,0-228-16,0-36 15,-36 18 1,-17 106-16,36-124 16,-18 159-16,-89 194 15,71 106 1,-17-265 0,70-53-16,-18-35 15,18-35-15,-18-71 16,18-17-16,0-230 94,36 35-94</inkml:trace>
  <inkml:trace contextRef="#ctx0" brushRef="#br0" timeOffset="119951.64">29316 9948 0,'0'0'16,"-18"-17"15,-70 34 0,35 54-31,-35 70 16,-18-35-16,0-18 16,36-17-16,-1-1 15,18-17-15,36-35 16,228-106 62,848-301-62,-742 248-1,-35-17-15,-70 105 16,264-88 0,-229 88-1,-229 123 32,88 583-31,-106-600-1,17 35-15,-17-17 16,0-19-16,0 19 16,0 17-16,0-35 15,0 35 1,0 0-16,0-52 15,0 158 1,0-141 0</inkml:trace>
  <inkml:trace contextRef="#ctx0" brushRef="#br0" timeOffset="120521.77">29069 10989 0,'-71'141'0,"142"-282"0,-265 423 16,17-70-1,19-36-15,17-17 16,0 17-16,17 1 0,106-142 15,-17 36-15,-18-36 16,36 0-16,34-17 109,953-336-93,-687 213 0,-107 52-16,-53 0 15,-105 53-15,53 35 32,352 776-17,-317-564 1,53 53-16,52-18 15,-17 1-15,71 16 16,-54-87 0,-158-159-16,18 18 0,-53-71 15,17 0 1,-18 0 15</inkml:trace>
  <inkml:trace contextRef="#ctx0" brushRef="#br0" timeOffset="121214.18">18521 12259 0,'176'0'15,"565"441"16,-335-318-31,176 89 16,952 282 0,19-124-1,-830-140-15,-494-177 16,-105-53 0,-89 0-16</inkml:trace>
  <inkml:trace contextRef="#ctx0" brushRef="#br0" timeOffset="122646.52">25559 13353 0,'0'70'63,"-18"-52"-48,0-1-15,-17 89 16,-18 106-16,18-53 15,-18 35 1,0-18-16,53-52 16,0-1-16,0 18 15,0 18 1,53-106 0,106-53-1,176 0 1,-123-35-1,-1-89-15,-34-52 16,-124 140-16,17-69 16,36-72-16,-71-52 15,1 17-15,16 18 16,-52 0-16,0 71 16,-17-1-16,-1 107 15,18-36-15,-17 0 16,-19 18-16,19 17 15,-19 0-15,-52 54 32,-53 246-1,53-71-31,35-52 0,0 159 16,18-54-1,35 283 1,0 35-1,0-423-15,0 70 16,0-141-16,0 71 16,0-53-16,-36 70 15,36-87-15,0-54 16,-17 53-16,-36 35 16,53-52-16,-18-36 15,1-17-15,17 17 16,-18-141 46,18-246-46,-71 193-16,71 0 16,0-35-1,0 35-15,-17 18 16,-1-70-1,18 193 1,-247 300 47,212-194-48,-71 53-15,36-70 16,34 0-16,-17 17 15,18-53 1,17 0-16,71-88 78,88-52-62,71-19-1,123-88 1,-158 142-16,70 17 16,-159 53-1,-71 0-15,1 0 0,35 0 32,70 194-32,-70-106 15,71 53 1,-18 36-16,-53-107 15,17 107-15,18-36 16,-70-124 0</inkml:trace>
  <inkml:trace contextRef="#ctx0" brushRef="#br0" timeOffset="123274.1">26335 16686 0,'-53'36'0,"106"-72"15,-194 178-15,35-72 16,0-17-16,53 18 16,-53-19-1,-35 54-15,-35 18 16,52-54-16,54 1 0,-36-1 16,-35 89-1,123-141 1,1-18-16,105-124 78,0-87-62,-35 122-16,106-193 31,-89 176-31,18-17 15,-52 52 1,-36 54-16,211 193 47,-17 247-31,-70-281-1,17 34-15,-88-105 16,0-1-16,0-17 0,-18-18 15,0-35 32,-17-70-31,52-54-16,-17 36 16,-17-35-16,-1 52 15,-17 36-15</inkml:trace>
  <inkml:trace contextRef="#ctx0" brushRef="#br0" timeOffset="125015.87">25312 10442 0,'-88'0'16,"176"0"-16,-300 53 15,177-35-15,-18 35 16,18 17 0,35-17-16,0 18 15,0-54-15,0 1 16,0 17 0,53-35-1,335 88-15,-230-88 16,1 0-16,35 0 15,-17-70 1,-89-18-16,18-18 16,17-106-16,-123 106 15,35-141-15,-35 89 0,0-72 16,0 107 0,-17-1-16,-36 54 0,0-1 15,0 54 1,35 17-1,-70 0 1,18 0 0,17 53-16,-36 52 15,37 19-15,-19 52 16,0 36-16,19-18 16,16-35-1,19 317-15,17-282 16,0 88-16,-89 195 15,54-283 1,35 35-16,-18-88 16,-17-106-16,35 18 15,0-35-15,-17-1 16,87-34 93,-70-71-93,0-54-16,0-16 16,0-1-16,-70-53 15,17 124-15,17 35 16,-34-17-16,52 70 15,1 0 1,-19 0-16,19 0 16,-19 0-16,-52 0 15,-35 88-15,34-53 16,-87 71-16,70-53 16,-35 53-16,106-89 15,-53 36-15,70-35 16,89-89 46,158-87-46,-176 122-16,70-17 16,71 36-16,89-19 15,105 36 16,-283 36-15,-52-1-16,106 194 16,-88-123-1,70 229 1,-18-158-16,-88-89 16,18-18-16,18 1 15,0 0-15,-89-160 94,0 72-47,-70 17-32,-35 0-15,-71 35 16,-18 53 0,-282 159-16,318-159 15,-36 36 1,-158 17 0,228-88-16,90 0 15,34-36 1</inkml:trace>
  <inkml:trace contextRef="#ctx0" brushRef="#br0" timeOffset="125807.8">18433 12065 0,'970'-141'47,"-194"17"-32,-18-17-15,71 53 16,-211-35-16,34 87 16,89-52-16,-194-35 15,-194 87-15,-159 19 16,-177 17-1</inkml:trace>
  <inkml:trace contextRef="#ctx0" brushRef="#br0" timeOffset="127870.06">28134 8079 0,'0'352'32,"-88"372"-1,53-407-31,17-193 15,-70 122-15,-36 54 16,89-211 0,35-72-16,-18 18 15,159-140 79,36-1-78,35 18-1,34-1-15,-52 54 16,283-53-16,-319 53 16,-34 35-1,-71 0-15,-53-106 125,-71-71-109,18 54-16,0-53 15,-35-36 1,18 88-16,34-17 0,-69 0 16,105 35-16,-53-35 15,53 53-15,-53 35 16,35-53 0,0 53-16,-34 53 93,-19 36-77,0 34-16,1 71 0</inkml:trace>
  <inkml:trace contextRef="#ctx0" brushRef="#br0" timeOffset="128828.84">27393 11871 0,'-17'35'47,"17"230"-31,-18-106-16,-17 52 15,-1-140 1,36-36-16,0 0 16,0 1-16,0-19 15,18 1 63,35-36-62,35-88-16,18 71 0,35-88 16,0 17-16,-88 35 15,123-17-15,-70 53 16,-17-53 0,-37 70-16,1-17 0,-35 17 15,-159-123 95,53 88-95,17 0-15,-35-35 16,0-18-16,71 71 15,0-36 1,35 54-16,-18-19 16,-17 89 62,-18 106-63,35-71-15,-17 36 16,35-1-16</inkml:trace>
  <inkml:trace contextRef="#ctx0" brushRef="#br0" timeOffset="129959.63">27781 14746 0,'36'-18'32,"-72"248"-17,1-36 1,-53 53-16,88-18 15,-53 18-15,-18 0 16,54-159-16,17-35 16,0-18-16,0-17 15,105 0 79,1-18-78,35 35-16,-17-17 0,-1-18 15,36 52-15,18 1 16,-54-17 0,89 52-16,-124-71 15,71 72-15,-106-72 16,-1 1-16,-34-18 0,17 18 15,71-283 48,-53 71-47,53-141-1,-71 158-15,106 36 16,-52 18-16,-72 70 15,1 18-15,-18 17 16,0 0-16,0 1 94,-35-19-79,-1 1 1,-34 0-16,-1 0 0,-17-36 16,-53 18-1,-36-53-15,89 71 16,-106-18-16,124 18 16,-54-53-16,36 70 15,17 0-15,36 1 16,18 17 15</inkml:trace>
  <inkml:trace contextRef="#ctx0" brushRef="#br0" timeOffset="156777.79">15558 16651 0,'123'-159'32,"0"-370"-1,-17 318-31,-88-54 0,17 18 15,-35 159-15,0-89 16,0 54 0,-17-71-16,17 106 15,-71 0 1,53 70 0,-17 71 93,35 0-93,-35 35-16,35-53 15,-141 212 16,141-176-15,-106 140 0,88-122-1,18-72 1,-70 107 0,70-71-16,-18-36 46,18-52 33,141-335-64,-88 246 1,-35 36-16,17 17 15,0-52-15,18 88 16,-18-18 0,18-36-16,-35 72 15,0-36-15,35 35 32,-36 18 46,54 0-78,-54 0 15,36 0-15,-17 0 0,52 18 16,-18 35-16,19 17 16,16 36-1,-52-71-15,18 89 16,70 52-16,-53-35 15,53-35-15,-35 35 16,0 1-16,-36-72 16,1-17-16,17-35 15</inkml:trace>
  <inkml:trace contextRef="#ctx0" brushRef="#br0" timeOffset="159876.46">25012 9331 0,'88'0'31,"-17"53"-15,-18 53-1,0 0-15,17-18 16,-52-35-16,17-18 16,-17 0-16,-1-35 15,89 0 32,18-70-31,-36-19-16,-18-16 15,1-36-15,-18 88 16,17-88-16,54 17 16,17-229-1,-71 265 1,54-88-16,-106 158 15,-1 0 1,-17 1 31</inkml:trace>
  <inkml:trace contextRef="#ctx0" brushRef="#br0" timeOffset="160812.57">29528 5997 0,'105'88'63,"-69"-17"-48,17 17-15,-18-53 16,-18 36-16,19-36 0,-19 18 16,19-53 15,-19 0-15,71 0-1,-17-88 1,-18 35-16,35-70 15,-70 105-15,17-35 16,53-70-16,124-89 16,-36 53 15,-158 142-31,0-1 16</inkml:trace>
  <inkml:trace contextRef="#ctx0" brushRef="#br0" timeOffset="162167.41">23777 15311 0,'-17'70'110,"34"159"-95,71-52-15,-35-18 16,0 17 0,18-35-16,-1 53 15,-52-123-15,0 17 16,-18-71-1,0 1 17,105-18 30,-34-70-46,70-72-16,-35 72 15,-18-18-15,53-53 16,53-36-16,-35 89 16,70-53-16,-88 17 15,-17 54-15,-18-18 16,0 17-16,-89 53 16</inkml:trace>
  <inkml:trace contextRef="#ctx0" brushRef="#br0" timeOffset="166123.1">1376 14023 0,'0'18'156,"17"70"-140,1 0-1,35 18-15,-35-18 0,-1 0 16,19 0 0,-19 36-16,-17-1 15,53-52-15,-35 70 16,-1-106-1,1 53-15,0-17 16,-1-53 0,-17-1-16,18 1 15,17-18 188,247-229-187,-105-1 0,-89 89 15,-35 88-31,35-105 16,0 16-1,-70 90-15,35-37 31,-53 36 48,18 18-64</inkml:trace>
  <inkml:trace contextRef="#ctx0" brushRef="#br0" timeOffset="168551.66">2752 13935 0,'-106'0'31,"88"0"-15,-88 17-16,71 54 15,-35 35-15,-1 123 16,-53-17-16,36 35 16,-70 35-16,69-70 15,-69 70-15,105-106 16,-159 247-1,71-87 1,17-160-16,107 18 16,-107 18-1,1-36-15,88-70 0,-18 53 16,-71-18-16,71-53 16,53-35-1,-17-18-15,52 18 63,0 0-48,53 18 1,-35-36-16,-53 0 16,36 0-16,-19-17 15,18 70-15,-17-70 16,17 0 15,18 17-15,53 0-1,-35-17-15,-18 35 16,70 0-16,-35-36 16,71-17-16,123 53 15,36-53-15,17 0 16,18 35-1,35-35-15,-71 0 0,18 0 16,441 0 0,-617 0-1,0 0-15,-36 0 16,1-35 0,-71 17-16,-35 18 15,34-17-15,-34 17 16,0-18-16,-1 1 15,19 17 17,34-53-1,-17 0-31,0-53 16,0 18-16,53-212 15,-71 88 1,-35-17-16,0 35 15,0-71-15,0 18 16,0 18-16,0-71 16,0-123-1,0-106-15,35 17 16,-17-141-16,-18 336 16,70 123-1,-52 106-15,17-124 16,-35 177-16,0 0 15,18-18-15,-159 17 141,-53 36-141,35 0 16,-35 0-16,-123 0 15,-19 0-15,-369 0 16,317 0 0,88 0-1,-300 53 1,512-35-16,18 0 15,17 34 1,-53-16-16,71-19 16,-36 1-1,53 0-15,1-1 16,-36 1-16,35 0 16,-35 17-1,36-35-15,-19 35 16,-105 0-16,88 1 15</inkml:trace>
  <inkml:trace contextRef="#ctx0" brushRef="#br0" timeOffset="173830.49">15769 7867 0,'-35'18'78,"35"105"-62,-18 1-16,18-1 15,-35-35-15,35 0 16,0 1-16,-18 52 16,18 35-1,0-88-15,0-17 16,0-54-16,0 1 15,0 35-15,0-18 16,0 142 0,0-160-1,0 19 1</inkml:trace>
  <inkml:trace contextRef="#ctx0" brushRef="#br0" timeOffset="174753.5">15064 8802 0,'105'0'78,"19"141"-62,-71-53-1,17 18-15,-17 70 16,36-17-16,-37-53 16,1-36-16,18 54 15,-18-54 1,-36-52-16,1 17 16,-18-17-1,53 0 95,-35-18-79,70-36-16,-71-52 1,1-35 0,35-1-16,-18-17 15,89-70 1,-71 52-16,70-88 0,-70 106 16,35-18-16,-70 88 15,0 1-15,34-18 16,-52 70-1,18-35-15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8BA74-961F-49D4-AACE-C7A440A8C83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E86D3-AD4E-47D4-BD22-8BECD669B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16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E86D3-AD4E-47D4-BD22-8BECD669B6A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19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D4C8-401D-FD7C-D30A-7DB7E7738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E947C-D2BF-566C-61D5-16270A256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EAF39-8372-AA97-3B5A-F44E6EB7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9E99-128D-B457-284B-50E61D3A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8CE41-A646-0874-8E05-235E2D5C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62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37D9-D492-9244-1D28-82B99F25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2EEB-5EAC-DA12-4766-D965FE14F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F6799-ACCA-0EB2-A682-B61BF624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F0C8-6CF3-D7DD-48A3-7B51DF39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5349D-5C4C-3235-0542-6D4B5DE0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7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8011-3A2B-483C-EC67-BBBCC2879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99675-92EF-D804-ADFC-0FB1986EA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C094F-B600-D88D-5B88-29CDE355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8ADB3-8E03-702C-19D9-77A9C1E3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7D41-8175-00A7-345D-5E1DD17D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16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5954-B263-3427-7B93-E651AE954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FD61-EA16-7E76-4761-042093ADB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69113-9E73-B729-A5A3-3E2A318A9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22E52-A02C-6115-A16F-13B354E4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E971E-60ED-43CF-017C-FEB3C00B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C4C6A-260F-F862-89D5-327BDC4A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14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5D08-A751-75C2-EAA0-FA401A1C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705C-8339-5FD0-11EC-9DADC7A4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7B7B0-AB7A-567E-6A0C-7275C2E45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334A4-A063-4891-F610-ED50B90A4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28B7C-BBD1-297E-08A4-3BE570169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D0490-B74E-8748-21A6-FB805693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9D9C5-333D-2FB4-B7DB-D61451A7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FBB70-1506-4DDB-C10F-25F39956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26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F7DE-8964-8D14-4617-9D89E87B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48366-4535-FE90-80D1-DB5CAEFD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65D31-8575-259B-577D-04E1C8629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BEDD7-9DE1-0BDA-0DE2-86FF9D21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49AA8-83E5-DEEF-E056-9CDA1DDE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9DA84-01D0-C949-0383-9D86F7BD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41E18-BE98-385F-8E65-400B067F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14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6E2B-520C-E5A3-CDC1-E40EB7A1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979B9-B0AD-3E80-D982-0B4D8D011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79EB3-F9D7-4DD6-2CD0-12032CDB0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B02F8-B03A-4590-51D1-E02E4452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A9602-EC19-5FBD-C42D-A8EEAFDE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FA0A1-B71E-B4D2-A64A-3AD8308D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5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3218-F63A-F8D3-7ED1-169CA29B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D9E72-5677-878F-1F96-6C1C6F896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F980F-9286-CC0C-8B88-548E0BB77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24C77-78A8-6C88-0CE7-EBCFEE6E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35D49-880E-7F62-DE05-42DE0D9B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C68BE-45F1-B2FC-C950-6B182E01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24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8195-E8AC-EB71-8844-A6C16AFF9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FCD4E-9467-4B52-882A-D278D76B7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7BF3-F302-C043-9978-EF92DE4E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2B5D8-5DD8-84D7-B1E4-FAE8D001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56E1-00C3-9D56-28BC-6C72872CA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7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396DB-C7F7-AC6D-97B2-A4BB349DA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A6630-D06E-E9C8-870A-583691018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4F3D4-D990-4FAA-29AB-0184F3AD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99AFF-E44C-FA33-BA6E-C2A29E40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120E3-0AE7-668C-537D-4512580A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11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89C23-5BF5-B92D-F56C-39C33E1E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44AD-3480-0F77-7246-F33CEAC2F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0111-55C4-7A59-5C3A-C4408E0BF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E50F8-08CB-42BA-9FE0-FE89B2B51E0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26F50-32F8-BB63-5557-D7430E641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DEDE5-9013-55DC-D19B-DBE113819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5A62B-4B0B-42FC-A292-BF54C61D5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09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08ED92-B5DE-0677-EFE1-ABF229D633B6}"/>
              </a:ext>
            </a:extLst>
          </p:cNvPr>
          <p:cNvSpPr txBox="1"/>
          <p:nvPr/>
        </p:nvSpPr>
        <p:spPr>
          <a:xfrm>
            <a:off x="1261249" y="901826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Azure Policy to Azure Administrators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25141CB-FE79-8E1A-381C-24F8E7D55623}"/>
                  </a:ext>
                </a:extLst>
              </p14:cNvPr>
              <p14:cNvContentPartPr/>
              <p14:nvPr/>
            </p14:nvContentPartPr>
            <p14:xfrm>
              <a:off x="603360" y="425520"/>
              <a:ext cx="11582640" cy="5721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25141CB-FE79-8E1A-381C-24F8E7D556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4000" y="416160"/>
                <a:ext cx="11601360" cy="57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20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40C94E-59E1-18C9-026A-3988F573B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43" y="524027"/>
            <a:ext cx="10335367" cy="408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1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4C8058-32C0-E40C-AC1F-795CD5CCC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66" y="514862"/>
            <a:ext cx="10704262" cy="434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C89F-758D-BE14-F3F5-E00C3870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E8DC2F-6620-D539-6BFB-B69BF9B6A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091" y="723548"/>
            <a:ext cx="8529921" cy="463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D546-11D6-40EE-CE17-B76F0455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DC8C5-0B8C-CD37-CDC9-A486AC703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98" y="717404"/>
            <a:ext cx="6109793" cy="48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97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443B-85BC-AFD8-1E7A-D0CD4B59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F18107-2C88-C718-BED6-75125B38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478" y="509622"/>
            <a:ext cx="4289722" cy="491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3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479AE-538D-1018-F211-6454C7E7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FFAFCF-F0BD-7E96-A495-9382871C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63" y="477849"/>
            <a:ext cx="4753604" cy="569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14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FFFA-C40B-F70A-1B81-C6B4630F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1D1CF0-26A5-4BF2-E61C-0538CB111D24}"/>
              </a:ext>
            </a:extLst>
          </p:cNvPr>
          <p:cNvSpPr txBox="1"/>
          <p:nvPr/>
        </p:nvSpPr>
        <p:spPr>
          <a:xfrm>
            <a:off x="3624209" y="2291405"/>
            <a:ext cx="60977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Azure Storage</a:t>
            </a:r>
          </a:p>
        </p:txBody>
      </p:sp>
    </p:spTree>
    <p:extLst>
      <p:ext uri="{BB962C8B-B14F-4D97-AF65-F5344CB8AC3E}">
        <p14:creationId xmlns:p14="http://schemas.microsoft.com/office/powerpoint/2010/main" val="313374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49D9-FDF4-DA2A-E918-3FE0F004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BC2B4-721D-AD69-5A15-AA553F0418C9}"/>
              </a:ext>
            </a:extLst>
          </p:cNvPr>
          <p:cNvSpPr txBox="1"/>
          <p:nvPr/>
        </p:nvSpPr>
        <p:spPr>
          <a:xfrm>
            <a:off x="1014572" y="633136"/>
            <a:ext cx="86739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Storage Accounts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Azure Storage account is the main container for Azure storage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Supports </a:t>
            </a:r>
            <a:r>
              <a:rPr lang="en-US" sz="3200" b="1" dirty="0"/>
              <a:t>Blob, File, Queue, and Table Storage</a:t>
            </a:r>
            <a:r>
              <a:rPr lang="en-US" sz="32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Choose the appropriate </a:t>
            </a:r>
            <a:r>
              <a:rPr lang="en-US" sz="3200" b="1" dirty="0"/>
              <a:t>performance</a:t>
            </a:r>
            <a:r>
              <a:rPr lang="en-US" sz="3200" dirty="0"/>
              <a:t> and </a:t>
            </a:r>
            <a:r>
              <a:rPr lang="en-US" sz="3200" b="1" dirty="0"/>
              <a:t>redundancy</a:t>
            </a:r>
            <a:r>
              <a:rPr lang="en-US" sz="3200" dirty="0"/>
              <a:t> based on workload.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7AB428-F5E8-4F54-0D3B-B272DCC758DF}"/>
                  </a:ext>
                </a:extLst>
              </p14:cNvPr>
              <p14:cNvContentPartPr/>
              <p14:nvPr/>
            </p14:nvContentPartPr>
            <p14:xfrm>
              <a:off x="3206880" y="2108160"/>
              <a:ext cx="1079640" cy="20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7AB428-F5E8-4F54-0D3B-B272DCC758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7520" y="2098800"/>
                <a:ext cx="1098360" cy="2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399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9E6F-C08A-142F-7FF5-85B9D3EB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FDEDE1-955E-9037-0F9F-52E188C43B1E}"/>
              </a:ext>
            </a:extLst>
          </p:cNvPr>
          <p:cNvSpPr txBox="1"/>
          <p:nvPr/>
        </p:nvSpPr>
        <p:spPr>
          <a:xfrm>
            <a:off x="1322797" y="1038764"/>
            <a:ext cx="9732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Blob Storage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for storing unstructured data such as </a:t>
            </a:r>
            <a:r>
              <a:rPr lang="en-IN" b="1" dirty="0"/>
              <a:t>documents, images, videos, backups and logs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 components: </a:t>
            </a:r>
            <a:r>
              <a:rPr lang="en-IN" b="1" dirty="0"/>
              <a:t>Storage Account → Container → Blob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Blob access tiers: </a:t>
            </a:r>
            <a:r>
              <a:rPr lang="en-IN" b="1" dirty="0"/>
              <a:t>Hot, Cool, Cold, Archive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8763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ED73-E581-3543-FA77-AAB04372A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2E9EE-2B02-83B8-72D1-59E5B5A3269F}"/>
              </a:ext>
            </a:extLst>
          </p:cNvPr>
          <p:cNvSpPr txBox="1"/>
          <p:nvPr/>
        </p:nvSpPr>
        <p:spPr>
          <a:xfrm>
            <a:off x="1353620" y="1177264"/>
            <a:ext cx="9588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Azure Files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Managed cloud file shares using </a:t>
            </a:r>
            <a:r>
              <a:rPr lang="en-US" b="1" dirty="0"/>
              <a:t>SMB/NFS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when applications need a traditional shared file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mounted from </a:t>
            </a:r>
            <a:r>
              <a:rPr lang="en-US" b="1" dirty="0"/>
              <a:t>Windows or Linux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ABF4BE-0E63-1080-8858-8AE50419B005}"/>
                  </a:ext>
                </a:extLst>
              </p14:cNvPr>
              <p14:cNvContentPartPr/>
              <p14:nvPr/>
            </p14:nvContentPartPr>
            <p14:xfrm>
              <a:off x="235080" y="812880"/>
              <a:ext cx="11138040" cy="588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ABF4BE-0E63-1080-8858-8AE50419B0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720" y="803520"/>
                <a:ext cx="11156760" cy="589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261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FF0A-C7B8-0353-D8EF-3F521F46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FEF7FB-9E22-60B9-5824-DDF1CB49CF3B}"/>
              </a:ext>
            </a:extLst>
          </p:cNvPr>
          <p:cNvSpPr txBox="1"/>
          <p:nvPr/>
        </p:nvSpPr>
        <p:spPr>
          <a:xfrm>
            <a:off x="1548828" y="1290683"/>
            <a:ext cx="83554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Redundancy</a:t>
            </a:r>
            <a:br>
              <a:rPr lang="en-IN" dirty="0"/>
            </a:br>
            <a:r>
              <a:rPr lang="en-IN" dirty="0"/>
              <a:t>Azure provides different replication options: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LRS</a:t>
            </a:r>
            <a:r>
              <a:rPr lang="en-IN" dirty="0"/>
              <a:t> – copies data within one </a:t>
            </a:r>
            <a:r>
              <a:rPr lang="en-IN" dirty="0" err="1"/>
              <a:t>datacenter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ZRS</a:t>
            </a:r>
            <a:r>
              <a:rPr lang="en-IN" dirty="0"/>
              <a:t> – copies data across availability zones.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GRS</a:t>
            </a:r>
            <a:r>
              <a:rPr lang="en-IN" dirty="0"/>
              <a:t> – replicates data to a secondary region.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GZRS</a:t>
            </a:r>
            <a:r>
              <a:rPr lang="en-IN" dirty="0"/>
              <a:t> – combines zone and geo-replication.</a:t>
            </a:r>
          </a:p>
        </p:txBody>
      </p:sp>
    </p:spTree>
    <p:extLst>
      <p:ext uri="{BB962C8B-B14F-4D97-AF65-F5344CB8AC3E}">
        <p14:creationId xmlns:p14="http://schemas.microsoft.com/office/powerpoint/2010/main" val="4217245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7CA9-7FE6-ED00-4E48-51544D90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000B0-CC41-FD99-AB6F-53823FCFA8C8}"/>
              </a:ext>
            </a:extLst>
          </p:cNvPr>
          <p:cNvSpPr txBox="1"/>
          <p:nvPr/>
        </p:nvSpPr>
        <p:spPr>
          <a:xfrm>
            <a:off x="3048856" y="2692904"/>
            <a:ext cx="6097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Access Keys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Storage accounts have </a:t>
            </a:r>
            <a:r>
              <a:rPr lang="en-US" b="1" dirty="0"/>
              <a:t>two access keys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Keys provide broad access and should be protected carefully.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keys allow </a:t>
            </a:r>
            <a:r>
              <a:rPr lang="en-US" b="1" dirty="0"/>
              <a:t>key rotation</a:t>
            </a:r>
            <a:r>
              <a:rPr lang="en-US" dirty="0"/>
              <a:t> without downtime.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Prefer </a:t>
            </a:r>
            <a:r>
              <a:rPr lang="en-US" b="1" dirty="0"/>
              <a:t>Microsoft Entra ID + RBAC</a:t>
            </a:r>
            <a:r>
              <a:rPr lang="en-US" dirty="0"/>
              <a:t> where possible.</a:t>
            </a:r>
          </a:p>
        </p:txBody>
      </p:sp>
    </p:spTree>
    <p:extLst>
      <p:ext uri="{BB962C8B-B14F-4D97-AF65-F5344CB8AC3E}">
        <p14:creationId xmlns:p14="http://schemas.microsoft.com/office/powerpoint/2010/main" val="181342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00B2-C856-EB53-86B6-FBC069E5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D3577-D674-3141-1ED1-D2A48BD0EBFA}"/>
              </a:ext>
            </a:extLst>
          </p:cNvPr>
          <p:cNvSpPr txBox="1"/>
          <p:nvPr/>
        </p:nvSpPr>
        <p:spPr>
          <a:xfrm>
            <a:off x="1487183" y="1674674"/>
            <a:ext cx="94136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SAS (Shared Access Signature)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limited, delegated access</a:t>
            </a:r>
            <a:r>
              <a:rPr lang="en-US" dirty="0"/>
              <a:t> to storage resources.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restrict </a:t>
            </a:r>
            <a:r>
              <a:rPr lang="en-US" b="1" dirty="0"/>
              <a:t>permissions, resource, IP address and expiry time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when users/applications need temporary access without exposing account keys.</a:t>
            </a:r>
          </a:p>
        </p:txBody>
      </p:sp>
    </p:spTree>
    <p:extLst>
      <p:ext uri="{BB962C8B-B14F-4D97-AF65-F5344CB8AC3E}">
        <p14:creationId xmlns:p14="http://schemas.microsoft.com/office/powerpoint/2010/main" val="196803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0917-E1D3-552B-BBB3-90D844063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3998AF-951D-FAB1-4D1E-74DFF5FB1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49" y="850767"/>
            <a:ext cx="6163050" cy="462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21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7AA2B-558C-11B9-3431-EA67A0C7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9E983D-892F-5E96-C545-D5B873E1A531}"/>
              </a:ext>
            </a:extLst>
          </p:cNvPr>
          <p:cNvSpPr txBox="1"/>
          <p:nvPr/>
        </p:nvSpPr>
        <p:spPr>
          <a:xfrm>
            <a:off x="994024" y="685313"/>
            <a:ext cx="90951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Storage Security</a:t>
            </a:r>
            <a:br>
              <a:rPr lang="en-IN" dirty="0"/>
            </a:br>
            <a:r>
              <a:rPr lang="en-IN" dirty="0"/>
              <a:t>Important controls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Microsoft Entra ID and RBAC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Private Endpoints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Storage firewall/network restrictions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HTTPS-only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Encryption at rest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Microsoft Defender for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 exposing storage containers publicly unless required</a:t>
            </a:r>
          </a:p>
        </p:txBody>
      </p:sp>
    </p:spTree>
    <p:extLst>
      <p:ext uri="{BB962C8B-B14F-4D97-AF65-F5344CB8AC3E}">
        <p14:creationId xmlns:p14="http://schemas.microsoft.com/office/powerpoint/2010/main" val="1292260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96A9-D162-FF23-33E5-F16A1D8A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1DF9C9-559E-59C6-654A-7707D3C3F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77" y="840279"/>
            <a:ext cx="9068161" cy="40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94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E1B8-F5FA-F527-A845-EE859A39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878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5823-3A4E-9F8D-F66B-239EDCB3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888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266</Words>
  <Application>Microsoft Office PowerPoint</Application>
  <PresentationFormat>Widescreen</PresentationFormat>
  <Paragraphs>38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Kumar</dc:creator>
  <cp:lastModifiedBy>Kumar Kumar</cp:lastModifiedBy>
  <cp:revision>1</cp:revision>
  <dcterms:created xsi:type="dcterms:W3CDTF">2026-08-13T04:40:24Z</dcterms:created>
  <dcterms:modified xsi:type="dcterms:W3CDTF">2026-08-13T06:58:58Z</dcterms:modified>
</cp:coreProperties>
</file>